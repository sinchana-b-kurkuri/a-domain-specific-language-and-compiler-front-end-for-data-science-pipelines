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9" r:id="rId10"/>
    <p:sldId id="263" r:id="rId11"/>
    <p:sldId id="264" r:id="rId12"/>
    <p:sldId id="270" r:id="rId13"/>
    <p:sldId id="271" r:id="rId14"/>
    <p:sldId id="265" r:id="rId15"/>
    <p:sldId id="272" r:id="rId16"/>
    <p:sldId id="266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A1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94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EE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PIPELINE DSL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F3F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Phase 2: Core Implementation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EE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BCSE307P — COMPILER DESIGN LABORATORY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Domain-Specific Language and Compiler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for Data Science Pipelines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61188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|  PHASE 2: CORE IMPLEMENTATION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2026–27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43891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93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Sinchana B Kurkuri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96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24BDS0352   |   Slot: L49+L50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EE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Motivation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compiler front-end that turns machine-learning pipeline specification into a clean, declarative language — purpose-built for the data science workflow.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Pipeline DSL (Domain-Specific Language) is a custom compiler frontend designed to simplify and standardize the creation of machine learning pipelines.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28600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651760"/>
            <a:ext cx="5239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addresses the complexity and boilerplate of setting up end-to-end data workflows, removing repetitive setup code around common pipeline tasks.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28116" y="46634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28116" y="4663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82596" y="46634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83764" y="46634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83764" y="4663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38244" y="46634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39412" y="46634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9412" y="4663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93892" y="46634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060" y="46634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95060" y="4663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49540" y="46634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50708" y="46634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50708" y="4663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505188" y="46634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06356" y="46634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06356" y="4663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0" y="57150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the DSL expresses declaratively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→ Phase 2 Progress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F3F5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RECAP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prototype that proved the viability of the language grammar and logic: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722299"/>
            <a:ext cx="4709160" cy="1600200"/>
          </a:xfrm>
          <a:prstGeom prst="roundRect">
            <a:avLst>
              <a:gd name="adj" fmla="val 4571"/>
            </a:avLst>
          </a:prstGeom>
          <a:solidFill>
            <a:srgbClr val="6471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813739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initial_prototype.py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362379"/>
            <a:ext cx="101727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362379"/>
            <a:ext cx="1017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14550" y="3362379"/>
            <a:ext cx="101727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14550" y="3362379"/>
            <a:ext cx="1017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3260" y="3362379"/>
            <a:ext cx="101727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23260" y="3362379"/>
            <a:ext cx="1017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31970" y="3362379"/>
            <a:ext cx="101727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31970" y="3362379"/>
            <a:ext cx="1017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6423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829991"/>
            <a:ext cx="112471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347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29991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57400" y="4829991"/>
            <a:ext cx="260146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347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57400" y="4829991"/>
            <a:ext cx="26014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representation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287191"/>
            <a:ext cx="138531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347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287191"/>
            <a:ext cx="1385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18004" y="5287191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347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18004" y="5287191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5744391"/>
            <a:ext cx="216712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347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744391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infrastructure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150876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1737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OBJECTIVES ACHIEVED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2148840"/>
            <a:ext cx="4709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the monolith into a proper Python package (ds_pipeline_dsl) with separated modules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an Intermediate Representation stage (lower_to_ir)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 Optimizer to collapse redundant statements and drop unreachable code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Symbolic Executor for a human-readable execution trace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 fully-featured CLI (cli.py) for inspecting each compiler stage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 rigorous automated test suite covering all stages and error states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multi-pass compiler architecture, front-end analysis through to back-end execution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—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19556" y="21488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10996" y="2148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DSL Source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351276" y="21488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25596" y="21488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17036" y="2148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57316" y="21488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31636" y="21488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23076" y="2148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 / AST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563356" y="21488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37676" y="21488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29116" y="2148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Analyzer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820156" y="3337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30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— SYNTHESIS &amp; EXECUTION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9556" y="39776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0996" y="39776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(lower_to_ir)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351276" y="39776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25596" y="39776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17036" y="39776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957316" y="39776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1636" y="39776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23076" y="39776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Symbolic Executor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563356" y="39776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837676" y="39776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29116" y="39776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lexer.py  →  parser.py  →  semantic.py  →  ir.py  →  optimizer.py  →  executor.py, orchestrated end-to-end by cli.py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— Lexer, Parser, AST, Semantic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3F5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64208"/>
            <a:ext cx="3579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lexer.py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7116" y="1691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B347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57116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LexicalError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48840"/>
            <a:ext cx="4860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DSL source into a sequential stream of tokens.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33472"/>
            <a:ext cx="48600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namedtuple + regex rules. Discards whitespace/comments; raises LexicalError on invalid characters.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1636" y="146304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3F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60236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6023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00316" y="1664208"/>
            <a:ext cx="3579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parser.py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40112" y="1691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B347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40112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2148840"/>
            <a:ext cx="4860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an Abstract Syntax Tree (AST) from the token stream.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5956" y="2633472"/>
            <a:ext cx="48600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Recursive-descent Parser using peek(), advance(), expect(). Raises SyntaxError_ on grammar violations.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3F5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087368"/>
            <a:ext cx="3579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ast_nodes.py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57116" y="41148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B347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57116" y="4114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572000"/>
            <a:ext cx="4860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AST node structures.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56632"/>
            <a:ext cx="48600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Dataclasses: PipelineNode, LoadStmt, CleanStmt, SplitStmt, TrainStmt, EvaluateStmt.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1636" y="38862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3F5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0236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60236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100316" y="4087368"/>
            <a:ext cx="3579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semantic.py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040112" y="41148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B347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040112" y="4114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SemanticError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505956" y="4572000"/>
            <a:ext cx="4860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logical correctness of the AST.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505956" y="5056632"/>
            <a:ext cx="48600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SymbolTable tracks datasets, splits, models. Checks ordering (e.g. no train before split) and split bounds (0–100). Raises SemanticError.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Representation (IR)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ir.py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hierarchical AST into a flat Intermediate Representation.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852160" cy="713232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0815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30815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IRInstruction dataclass — an opcode (op) + a dictionary of arguments (args)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852160" cy="713232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858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8587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AST statement node into exactly one corresponding IRInstruction, sequentially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852160" cy="713232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636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46360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validated AST from semantic.py and outputs an IR instruction list to the optimizer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146304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804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LOWERING: AST  →  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219456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60920" y="21945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 Statement Node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(e.g. a pipeline statement)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one-to-one lowering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1188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60920" y="36118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IRInstruction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op, args }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709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list of IRInstructions → passed to optimizer.py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8B670A-2E15-3D3D-0F2E-41E4E02CD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34" y="572765"/>
            <a:ext cx="11682331" cy="57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90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 &amp; Symbolic Executor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3F5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optimizer.py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the efficiency of the compiled code by transforming the IR.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passes applied together: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collapse</a:t>
            </a: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collapses immediately consecutive duplicate instructions (e.g. redundant OP_CLEAN or OP_SELECT with identical arguments)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Dead-code stripping</a:t>
            </a: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strips unreachable instructions that follow an OP_EVAL instruction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09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Interaction: takes unoptimized IR from ir.py → provides optimized IR to the executor.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50876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737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executor.py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 symbolic execution of the optimized IR.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7889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generates and returns a list of human-readable trace strings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iterates over the optimized IR list and maps each opcode to a formatted, declarative status message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final endpoint of the compilation pipeline, translating machine-like IR back to the user context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A4D25A-3576-492B-F41E-B6E02C5BF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26" y="1078026"/>
            <a:ext cx="11636748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11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&amp; Error Handling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cli.py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user-facing command-line interface and orchestrates the entire compiler pipeline.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STAGE-INSPECTION FLAGS  (argparse)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3F5FA"/>
          </a:solidFill>
          <a:ln w="12700">
            <a:solidFill>
              <a:srgbClr val="B9C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--tokens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3F5FA"/>
          </a:solidFill>
          <a:ln w="12700">
            <a:solidFill>
              <a:srgbClr val="B9C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syntax tree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3F5FA"/>
          </a:solidFill>
          <a:ln w="12700">
            <a:solidFill>
              <a:srgbClr val="B9CE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representation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3F5FA"/>
          </a:solidFill>
          <a:ln w="12700">
            <a:solidFill>
              <a:srgbClr val="B9C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480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--optimized-ir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IR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3F5FA"/>
          </a:solidFill>
          <a:ln w="12700">
            <a:solidFill>
              <a:srgbClr val="B9C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937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--trace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execution trace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14173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3F5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cli.py captures specific exceptions to display clean error messages — without raw Python tracebacks: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2788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347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LexicalError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2788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by lexer.py on invalid characters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335584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347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66560" y="3355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41080" y="33558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by parser.py on grammar violations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3922776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347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9227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SemanticError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39227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by semantic.py on logical violations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626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selectively prints data from each intermediate stage, based on the flags passed above.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/ End-to-End Demonstration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.pipe files under examples/ demonstrate the compiler end-to-end via the CLI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3F5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Basic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212848"/>
            <a:ext cx="4572000" cy="420624"/>
          </a:xfrm>
          <a:prstGeom prst="roundRect">
            <a:avLst>
              <a:gd name="adj" fmla="val 10870"/>
            </a:avLst>
          </a:prstGeom>
          <a:solidFill>
            <a:srgbClr val="1B23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90472" y="221284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ds_pipeline_dsl.cli examples/valid_basic.pipe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828800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all 5 stages (Tokens, AST, IR, Optimized IR, Trace), concluding with the successful 6-line evaluation trace.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3F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36392"/>
            <a:ext cx="457200" cy="457200"/>
          </a:xfrm>
          <a:prstGeom prst="ellipse">
            <a:avLst/>
          </a:prstGeom>
          <a:solidFill>
            <a:srgbClr val="B347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Error — Train Before Split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3291840"/>
            <a:ext cx="4572000" cy="420624"/>
          </a:xfrm>
          <a:prstGeom prst="roundRect">
            <a:avLst>
              <a:gd name="adj" fmla="val 10870"/>
            </a:avLst>
          </a:prstGeom>
          <a:solidFill>
            <a:srgbClr val="1B23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90472" y="329184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ds_pipeline_dsl.cli examples/invalid_train_before_split.pipe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907792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Error at line 5: training data has not been defined... (execution halts gracefully).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3F5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215384"/>
            <a:ext cx="457200" cy="457200"/>
          </a:xfrm>
          <a:prstGeom prst="ellipse">
            <a:avLst/>
          </a:prstGeom>
          <a:solidFill>
            <a:srgbClr val="B347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59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Error — Invalid Character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71600" y="4370832"/>
            <a:ext cx="4572000" cy="420624"/>
          </a:xfrm>
          <a:prstGeom prst="roundRect">
            <a:avLst>
              <a:gd name="adj" fmla="val 10870"/>
            </a:avLst>
          </a:prstGeom>
          <a:solidFill>
            <a:srgbClr val="1B234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90472" y="437083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ds_pipeline_dsl.cli examples/invalid_lexical_error.pipe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986784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Error at line 2, col 9: unexpected character '@' (execution halts gracefully).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65776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3F5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294376"/>
            <a:ext cx="457200" cy="457200"/>
          </a:xfrm>
          <a:prstGeom prst="ellipse">
            <a:avLst/>
          </a:prstGeom>
          <a:solidFill>
            <a:srgbClr val="B347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138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 — Missing Semicolon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71600" y="5449824"/>
            <a:ext cx="4572000" cy="420624"/>
          </a:xfrm>
          <a:prstGeom prst="roundRect">
            <a:avLst>
              <a:gd name="adj" fmla="val 10870"/>
            </a:avLst>
          </a:prstGeom>
          <a:solidFill>
            <a:srgbClr val="1B234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490472" y="5449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ds_pipeline_dsl.cli examples/invalid_syntax_error.pipe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5065776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 at line 3: expected SEMI, found CLEAN ('clean') (execution halts gracefully).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2F8443-F94D-16D1-8ED6-37C05B064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844" y="0"/>
            <a:ext cx="6812312" cy="4152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9D15D-44FF-2405-AA3F-D053CFE8D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844" y="4152123"/>
            <a:ext cx="5681170" cy="270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43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F5A8A9-7831-BBE8-1C70-873F34EB3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91" y="261930"/>
            <a:ext cx="10088617" cy="633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50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834640" cy="1417320"/>
          </a:xfrm>
          <a:prstGeom prst="roundRect">
            <a:avLst>
              <a:gd name="adj" fmla="val 5806"/>
            </a:avLst>
          </a:prstGeom>
          <a:solidFill>
            <a:srgbClr val="2E7D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19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  •  0.16s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417320"/>
            <a:ext cx="7982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test suite covers all compiler stages and error states.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24993"/>
              </p:ext>
            </p:extLst>
          </p:nvPr>
        </p:nvGraphicFramePr>
        <p:xfrm>
          <a:off x="548640" y="3063240"/>
          <a:ext cx="11091672" cy="296265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 File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Behavior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test_lexer.py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token generation; correct error handling for illegal characters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test_parser.py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 node construction; syntax error generation for missing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test_semantic.py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logical flows; split-bounds checks; missing prerequisites (e.g. train before split)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test_ir.py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generation of flat opcodes; preserved sequential ordering from AST to 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test_optimizer.py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Elimination of exact duplicate operations; stripping of dead code following evaluations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test_executor.py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 formatting and generation of the final symbolic 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test_cli.py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 flag ingestion; stage visualization; graceful catching/formatting of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test_examples.py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execution of all 4 .pipe examples, verifying expected successes and failures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083441-D22A-3C2B-B5E0-DD653774B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5" y="571129"/>
            <a:ext cx="11974569" cy="571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92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3F5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3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is purely symbolic — it produces human-readable trace statements rather than performing actual machine learning operations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datasets are loaded — the compiler references data files for validation but does not read file contents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model training or prediction — evaluated models are placeholder simulations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optimization — only the duplicate-collapse and unreachable-code-removal rules currently defined in optimizer.py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150876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737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1945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semantic analysis — stronger dependency, reference, and argument validation to detect more pipeline errors before execution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 construct expansion — additional data-processing constructs propagated through the complete pipeline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optimization passes — redundant-operation and dead-stage elimination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 and performance evaluation — complex/boundary cases, end-to-end integration tests, performance across pipeline sizes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—  REVIEW 2 PROGRESS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effectively evolved the Data Science Pipeline DSL from a proof-of-concept into a robust, structured compiler frontend.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introducing an intermediate representation, an optimization pass, and extensive testing, the ds_pipeline_dsl package sets a strong foundation for future backend execution capabilities.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MODULES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19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PIPELINES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59" y="5166360"/>
            <a:ext cx="11174793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303520"/>
            <a:ext cx="1554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59" y="5577840"/>
            <a:ext cx="10597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https://github.com/Sinchana-B-Kurkuri/A-Domain-Specific-Language-and-Compiler-Front-End-for-Data-Science-Pipelines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EE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SPipelineDSL">
  <a:themeElements>
    <a:clrScheme name="DSPipelineDSL">
      <a:dk1>
        <a:srgbClr val="1B2340"/>
      </a:dk1>
      <a:lt1>
        <a:srgbClr val="FFFFFF"/>
      </a:lt1>
      <a:dk2>
        <a:srgbClr val="1E2761"/>
      </a:dk2>
      <a:lt2>
        <a:srgbClr val="F3F5FA"/>
      </a:lt2>
      <a:accent1>
        <a:srgbClr val="1C7293"/>
      </a:accent1>
      <a:accent2>
        <a:srgbClr val="E8A33D"/>
      </a:accent2>
      <a:accent3>
        <a:srgbClr val="2E7D32"/>
      </a:accent3>
      <a:accent4>
        <a:srgbClr val="B3472B"/>
      </a:accent4>
      <a:accent5>
        <a:srgbClr val="64718A"/>
      </a:accent5>
      <a:accent6>
        <a:srgbClr val="B9CEE8"/>
      </a:accent6>
      <a:hlink>
        <a:srgbClr val="1C7293"/>
      </a:hlink>
      <a:folHlink>
        <a:srgbClr val="1E2761"/>
      </a:folHlink>
    </a:clrScheme>
    <a:fontScheme name="DSPipelineDS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1446</Words>
  <Application>Microsoft Office PowerPoint</Application>
  <PresentationFormat>Widescreen</PresentationFormat>
  <Paragraphs>242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DSPipelineDSL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Sinchana B Kurkuri</cp:lastModifiedBy>
  <cp:revision>7</cp:revision>
  <dcterms:created xsi:type="dcterms:W3CDTF">2026-10-08T06:00:31Z</dcterms:created>
  <dcterms:modified xsi:type="dcterms:W3CDTF">2026-10-09T11:20:47Z</dcterms:modified>
</cp:coreProperties>
</file>