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293"/>
    <a:srgbClr val="5A7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01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nchana-B-Kurkuri/A-Domain-Specific-Language-and-Compiler-Front-End-for-Data-Science-Pipeline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2A541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PROJECT PROPOSAL &amp; DESIGN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Domain-Specific Language and Compiler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for Data Science Pipelines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Describing, validating, and executing data-processing pipelines through a compiler pipeline — lexer, parser, semantic analyzer, IR, and execution engine.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4827" y="4709160"/>
            <a:ext cx="2926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892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Sinchana B Kurkuri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24BDS0352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Slot: L49 + L50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BCSE307P — Compiler Design Laboratory  ·  Fall Semester 2026–27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workflows are ordered sequences of stages — </a:t>
            </a: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select, split, train, evaluate</a:t>
            </a:r>
            <a:r>
              <a:rPr lang="en-US" sz="145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each stage depends on artifacts from earlier ones.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ad hoc scripts, ordering mistakes (e.g. training before a split exists) surface only at runtime — often after real computation.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small DSL for pipelines, processed by a genuine compiler front end: 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 → parsing → AST → semantic analysis → IR → optimization → execution</a:t>
            </a:r>
            <a:r>
              <a:rPr lang="en-US" sz="145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catching structural errors before anything runs.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343400" cy="1353312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691640"/>
            <a:ext cx="1188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0" y="169164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69480" y="3172968"/>
            <a:ext cx="4343400" cy="1353312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3264408"/>
            <a:ext cx="1188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686800" y="3264408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concepts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4745736"/>
            <a:ext cx="4343400" cy="1353312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4837176"/>
            <a:ext cx="1188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686800" y="4837176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 training —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execution only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scripts give no static guarantee that a pipeline is well-formed: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2460" y="2148840"/>
            <a:ext cx="3520440" cy="228600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678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067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1060" y="3087033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reference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1060" y="3544233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references a column that was never selected.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5780" y="2148840"/>
            <a:ext cx="3520440" cy="228600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010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01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64380" y="30861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dependency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4380" y="35433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evaluated before it was ever trained.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39100" y="2148840"/>
            <a:ext cx="3520440" cy="228600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342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3134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67700" y="30861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ordering bug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67700" y="35433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happens before a train/test split is defined.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60" y="4709160"/>
            <a:ext cx="10927080" cy="137160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463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mistakes surface until the script actually runs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which, for a real data pipeline, can mean minutes or hours of wasted computation.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Dedicated DSL?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20062"/>
            <a:ext cx="361188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20062"/>
            <a:ext cx="3611880" cy="822960"/>
          </a:xfrm>
          <a:prstGeom prst="rect">
            <a:avLst/>
          </a:prstGeom>
          <a:solidFill>
            <a:srgbClr val="5A718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6578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Scripts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7726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etc.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117342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buSzPct val="100000"/>
              <a:buChar char="–"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&amp; expressive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–"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structural guarantees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–"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only at runtime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020062"/>
            <a:ext cx="361188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020062"/>
            <a:ext cx="361188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6578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Orchestrators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47726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Airflow, Kubeflow, Luigi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117342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buSzPct val="100000"/>
              <a:buChar char="–"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monitor DAGs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–"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opaque Python code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–"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validation of pipeline logic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020062"/>
            <a:ext cx="3611880" cy="3355848"/>
          </a:xfrm>
          <a:prstGeom prst="rect">
            <a:avLst/>
          </a:prstGeom>
          <a:solidFill>
            <a:srgbClr val="0B3556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020062"/>
            <a:ext cx="3611880" cy="82296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6578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DSL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47726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front-end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3117342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&amp; readable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→ parser → AST → semantics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errors caught before execution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0432" y="1636776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concise, unambiguous EBNF grammar for pipeline description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911096"/>
            <a:ext cx="457200" cy="45720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911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48272" y="1636776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lexer with line/column-accurate error reporting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280720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recursive-descent parser that constructs an AST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081528"/>
            <a:ext cx="457200" cy="45720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48272" y="280720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symbol table tracking pipeline state (loaded, split, trained…)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3977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semantic analysis: dependency, scope &amp; type checking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4251960"/>
            <a:ext cx="457200" cy="45720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48272" y="3977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 valid AST into an Intermediate Representation (Pipeline IR)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0432" y="514807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at least one optimization pass over the IR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5422392"/>
            <a:ext cx="457200" cy="45720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48272" y="514807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symbolic execution engine producing a readable trace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57375"/>
            <a:ext cx="5394960" cy="365760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85975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5975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85975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34615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EBNF grammar for load / clean / select / split / train / evaluate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lexer, parser, and AST for the language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Symbol-table-based semantic analyzer validating dependencies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generation with ≥1 optimization pass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execution engine with compiler-style diagnostics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 view tokens, AST, IR, and execution trace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57375"/>
            <a:ext cx="5440680" cy="365760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085975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85975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5975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634615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training real ML models (train/evaluate are simulated &amp; logged)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or parallel pipeline execution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pipeline editor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constructs (loops, user-defined functions)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2588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801368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/ Luigi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1801368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pipeline as a DAG of tasks; provide scheduling, retries, monitoring — but tasks are opaque Python, never statically validated.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11064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5844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282696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282696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transformers/estimators via a uniform fit/transform/predict API — solves composability, not compile-time ordering validation.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11064240" cy="132588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06577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65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764024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Compiler Theory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4764024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Finite-automata lexing, CFG-based recursive-descent parsing (LL(1)), symbol-table design, and linear IRs — the toolbox this project repurposes for pipeline validation.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Design Concepts Involved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52500"/>
            <a:ext cx="2606040" cy="15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52500"/>
            <a:ext cx="2606040" cy="54192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52500"/>
            <a:ext cx="2377440" cy="5419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468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keywords, identifiers, string/numeric/percent literals; line/col error reporting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852500"/>
            <a:ext cx="2606040" cy="15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852500"/>
            <a:ext cx="26060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8525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4468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Recursive-descent parser validating tokens against EBNF grammar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852500"/>
            <a:ext cx="2606040" cy="15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852500"/>
            <a:ext cx="26060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18525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Construction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4468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node hierarchy: LoadStmt, SplitStmt, TrainStmt, etc.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1852500"/>
            <a:ext cx="2606040" cy="15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1852500"/>
            <a:ext cx="26060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025128" y="18525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24468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dataset, columns, splits, and trained models as state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84220"/>
            <a:ext cx="2606040" cy="15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84220"/>
            <a:ext cx="2606040" cy="50292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1842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7785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validation — e.g. train requires a prior split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4184220"/>
            <a:ext cx="2606040" cy="157649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4184220"/>
            <a:ext cx="2606040" cy="50292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26" name="Text 24"/>
          <p:cNvSpPr/>
          <p:nvPr/>
        </p:nvSpPr>
        <p:spPr>
          <a:xfrm>
            <a:off x="3447288" y="41842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47785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Pipeline IR: OP_LOAD, OP_SPLIT, OP_TRAIN, OP_EVAL …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4184220"/>
            <a:ext cx="2606040" cy="157649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184220"/>
            <a:ext cx="2606040" cy="50292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41842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47785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Redundant/unreachable pipeline-stage elimination pass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915400" y="4184220"/>
            <a:ext cx="2606040" cy="15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5400" y="4184220"/>
            <a:ext cx="2606040" cy="50292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34" name="Text 32"/>
          <p:cNvSpPr/>
          <p:nvPr/>
        </p:nvSpPr>
        <p:spPr>
          <a:xfrm>
            <a:off x="9025128" y="41842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52560" y="47785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labelled diagnostics at every stage of analysis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 — Six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645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scanner converts source into a typed token stream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468880"/>
            <a:ext cx="228600" cy="0"/>
          </a:xfrm>
          <a:prstGeom prst="line">
            <a:avLst/>
          </a:prstGeom>
          <a:noFill/>
          <a:ln w="25400">
            <a:solidFill>
              <a:srgbClr val="C7D6D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1645920"/>
            <a:ext cx="3566160" cy="1645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874520"/>
            <a:ext cx="502920" cy="50292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8288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Recursive-descent parser (LL(1)) builds the AST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9560" y="2468880"/>
            <a:ext cx="228600" cy="0"/>
          </a:xfrm>
          <a:prstGeom prst="line">
            <a:avLst/>
          </a:prstGeom>
          <a:noFill/>
          <a:ln w="25400">
            <a:solidFill>
              <a:srgbClr val="C7D6D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38160" y="1645920"/>
            <a:ext cx="3566160" cy="1645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874520"/>
            <a:ext cx="502920" cy="50292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18288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25146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drives dependency &amp; scope checks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3566160" cy="1645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3657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Representation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3434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AST lowered into a flat Pipeline IR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0" y="4297680"/>
            <a:ext cx="228600" cy="0"/>
          </a:xfrm>
          <a:prstGeom prst="line">
            <a:avLst/>
          </a:prstGeom>
          <a:noFill/>
          <a:ln w="25400">
            <a:solidFill>
              <a:srgbClr val="C7D6D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43400" y="3474720"/>
            <a:ext cx="3566160" cy="1645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3703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12080" y="3657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0" y="43434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pass eliminates redundant / unreachable stages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09560" y="4297680"/>
            <a:ext cx="228600" cy="0"/>
          </a:xfrm>
          <a:prstGeom prst="line">
            <a:avLst/>
          </a:prstGeom>
          <a:noFill/>
          <a:ln w="25400">
            <a:solidFill>
              <a:srgbClr val="C7D6D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38160" y="3474720"/>
            <a:ext cx="3566160" cy="1645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3703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006840" y="3657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66760" y="43434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engine walks the IR, prints a structured trace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39" name="Text 37"/>
          <p:cNvSpPr/>
          <p:nvPr/>
        </p:nvSpPr>
        <p:spPr>
          <a:xfrm>
            <a:off x="762622" y="5440680"/>
            <a:ext cx="106667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unit-tested independently on valid pipelines (should run cleanly) and deliberately invalid pipelines (each triggering exactly one lexical/syntax/semantic error).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331720" cy="96012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en-IN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(.pipeline)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80360" y="240030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1920240"/>
            <a:ext cx="2331720" cy="960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32120" y="240030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1920240"/>
            <a:ext cx="233172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920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240030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1920240"/>
            <a:ext cx="233172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920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92540" y="3383280"/>
            <a:ext cx="1554480" cy="685800"/>
          </a:xfrm>
          <a:prstGeom prst="rect">
            <a:avLst/>
          </a:prstGeom>
          <a:solidFill>
            <a:srgbClr val="133A57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892540" y="33832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69780" y="2880360"/>
            <a:ext cx="0" cy="502920"/>
          </a:xfrm>
          <a:prstGeom prst="line">
            <a:avLst/>
          </a:prstGeom>
          <a:noFill/>
          <a:ln w="19050">
            <a:solidFill>
              <a:srgbClr val="F2A541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69780" y="4069080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14500" y="4572000"/>
            <a:ext cx="79552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14500" y="457200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4846320"/>
            <a:ext cx="233172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46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80360" y="532638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00400" y="4846320"/>
            <a:ext cx="233172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4846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532120" y="532638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52160" y="4846320"/>
            <a:ext cx="233172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4846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83880" y="532638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03920" y="4846320"/>
            <a:ext cx="2331720" cy="96012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846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/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6144768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stage detecting an error short-circuits the pipeline and reports a labelled Lexical / Syntax / Semantic diagnostic instead of continuing.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49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801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/ Parser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(regex lexer + recursive-descent parser); ANTLR4 considered for Phase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49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10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dataclasses for AST nodes &amp; IR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5349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310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6576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 / pytest — per-stage unit tests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349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188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— commit history as development log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709160"/>
            <a:ext cx="5349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8188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5166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LANGUAGE SPEC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— EBNF (simplified)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9120" y="1965960"/>
            <a:ext cx="7498080" cy="3242388"/>
          </a:xfrm>
          <a:prstGeom prst="rect">
            <a:avLst/>
          </a:prstGeom>
          <a:solidFill>
            <a:srgbClr val="12242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6949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pipeline_decl := 'pipeline' IDENT '{' statement* '}'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     := load_stmt | clean_stmt | select_stmt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| split_stmt | train_stmt | evaluate_stmt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load_stmt     := 'load' STRING ';'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clean_stmt    := 'clean' IDENT ';'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select_stmt   := 'select' IDENT (',' IDENT)* ';'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split_stmt    := 'split' split_name '=' PERCENT ';'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split_name    := IDENT | 'train' | 'test'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train_stmt    := 'train' IDENT '=' IDENT ';'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evaluate_stmt := 'evaluate' IDENT ';'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21040" y="2423160"/>
            <a:ext cx="3291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Keyword-driven → LL(1)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Single-token lookahead suffices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production per statement type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drives both the hand-written parser and a possible ANTLR4 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Prototype — What's Working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Lexer, parser, semantic analyzer are implemented and tested.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766560" cy="2926080"/>
          </a:xfrm>
          <a:prstGeom prst="rect">
            <a:avLst/>
          </a:prstGeom>
          <a:solidFill>
            <a:srgbClr val="0D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6766560" cy="320040"/>
          </a:xfrm>
          <a:prstGeom prst="rect">
            <a:avLst/>
          </a:prstGeom>
          <a:solidFill>
            <a:srgbClr val="1B2E38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112264"/>
            <a:ext cx="118872" cy="1188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112264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2112264"/>
            <a:ext cx="118872" cy="118872"/>
          </a:xfrm>
          <a:prstGeom prst="ellipse">
            <a:avLst/>
          </a:prstGeom>
          <a:solidFill>
            <a:srgbClr val="6FE38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50592"/>
            <a:ext cx="63093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semantic.py — dependency check via symbol table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isinstance(stmt, TrainStmt):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'train' not in symtab.splits: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SemanticError(stmt.line,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"training data has not been defined. "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 'split train = &lt;percent&gt;%;' statement "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f"must appear before 'train {stmt.model_name} "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f"= {stmt.algorithm};'.")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symtab.models[stmt.model_name] = stmt.algorithm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implemented so far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0" y="24688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lexer.py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89520" y="27614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scanner, KEYWORDS table, LexicalError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3337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0" y="36301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recursive-descent, one method per production, builds typed AST nodes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42062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semantic.py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89520" y="44988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SymbolTable class + per-statement dependency rules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64240" cy="1005840"/>
          </a:xfrm>
          <a:prstGeom prst="rect">
            <a:avLst/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663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check above is a real dependency check against symbol-table state — not input validation — which is exactly the kind of static, compiler-style guarantee the proposal argues for.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LIVE DEMO — VALID INPUT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Run: Valid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788920"/>
          </a:xfrm>
          <a:prstGeom prst="rect">
            <a:avLst/>
          </a:prstGeom>
          <a:solidFill>
            <a:srgbClr val="12242D"/>
          </a:solidFill>
          <a:ln w="12700">
            <a:solidFill>
              <a:srgbClr val="2A3F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(.pipeline)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663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student_prediction {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 "students.csv";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 missing_values;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cgpa, attendance, study_hours;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split train = 80%;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 model = decision_tree;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evaluate model;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52160" y="1600200"/>
            <a:ext cx="5760720" cy="2788920"/>
          </a:xfrm>
          <a:prstGeom prst="rect">
            <a:avLst/>
          </a:prstGeom>
          <a:solidFill>
            <a:srgbClr val="12242D"/>
          </a:solidFill>
          <a:ln w="12700">
            <a:solidFill>
              <a:srgbClr val="6FE3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ANALYZER 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0" y="1965960"/>
            <a:ext cx="53035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[SEMANTIC ANALYSIS]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semantic errors found.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table state: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data_loaded=True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data_cleaned=True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splits={'train': 80.0}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models={'model': 'decision_tree'}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solidFill>
            <a:srgbClr val="12242D"/>
          </a:solidFill>
          <a:ln w="12700">
            <a:solidFill>
              <a:srgbClr val="2A3F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 OUTPUT (AST)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[PARSER OUTPUT] AST for pipeline 'student_prediction':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LoadStmt(filename='students.csv', line=2)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CleanStmt(strategy='missing_values', line=3)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SelectStmt(columns=['cgpa','attendance','study_hours'], line=4)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SplitStmt(name='train', percent=80.0, line=5)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TrainStmt(model_name='model', algorithm='decision_tree', line=6)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EvaluateStmt(model_name='model', line=7)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LIVE DEMO — INVALID INPUT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Run: Catching a Dependency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73335"/>
            <a:ext cx="5486400" cy="2514600"/>
          </a:xfrm>
          <a:prstGeom prst="rect">
            <a:avLst/>
          </a:prstGeom>
          <a:solidFill>
            <a:srgbClr val="12242D"/>
          </a:solidFill>
          <a:ln w="12700">
            <a:solidFill>
              <a:srgbClr val="2A3F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6477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— 'train' before 'split'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339095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student_prediction {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 "students.csv";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 missing_values;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cgpa, attendance, study_hours;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 model = decision_tree;   // no split!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evaluate model;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973335"/>
            <a:ext cx="5349240" cy="2514600"/>
          </a:xfrm>
          <a:prstGeom prst="rect">
            <a:avLst/>
          </a:prstGeom>
          <a:solidFill>
            <a:srgbClr val="2B1414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6477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ERROR DETECTED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2384815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D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[SEMANTIC ANALYSIS]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D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Error at line 5: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D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 has not been defined.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D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'split train = &lt;percent&gt;%;' statement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D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 appear before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D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'train model = decision_tree;'.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135293"/>
            <a:ext cx="11064240" cy="662474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071383"/>
            <a:ext cx="10424160" cy="774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mistake is caught statically — by the semantic analyzer consulting the symbol table — before any pipeline stage would actually run.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</a:t>
            </a:r>
            <a:r>
              <a:rPr lang="en-GB" sz="3000" b="1" dirty="0">
                <a:solidFill>
                  <a:srgbClr val="1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C7812AD3-5CEC-B30A-4B4A-F5C89CD8CC5F}"/>
              </a:ext>
            </a:extLst>
          </p:cNvPr>
          <p:cNvSpPr/>
          <p:nvPr/>
        </p:nvSpPr>
        <p:spPr>
          <a:xfrm>
            <a:off x="548640" y="1845945"/>
            <a:ext cx="10515600" cy="1116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b="1" dirty="0">
              <a:latin typeface="Cambria" pitchFamily="34" charset="0"/>
              <a:ea typeface="Cambria" pitchFamily="34" charset="-122"/>
              <a:cs typeface="Cambria" pitchFamily="34" charset="-120"/>
              <a:hlinkClick r:id="rId3"/>
            </a:endParaRPr>
          </a:p>
          <a:p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  <a:hlinkClick r:id="rId3"/>
              </a:rPr>
              <a:t>https://github.com/Sinchana-B-Kurkuri/A-Domain-Specific-Language-and-Compiler-Front-End-for-Data-Science-Pipelines</a:t>
            </a:r>
            <a:endParaRPr lang="en-US" sz="2000" b="1" dirty="0"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2000" b="1" dirty="0"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76F87EC-E731-8A10-503B-2E7D4F4023FA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VERSION CONTROL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F2A54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820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1663</Words>
  <Application>Microsoft Office PowerPoint</Application>
  <PresentationFormat>Widescreen</PresentationFormat>
  <Paragraphs>296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Sinchana B Kurkuri</cp:lastModifiedBy>
  <cp:revision>15</cp:revision>
  <dcterms:created xsi:type="dcterms:W3CDTF">2026-09-17T07:06:13Z</dcterms:created>
  <dcterms:modified xsi:type="dcterms:W3CDTF">2026-09-18T16:19:56Z</dcterms:modified>
</cp:coreProperties>
</file>